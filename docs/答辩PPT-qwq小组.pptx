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8FAFC"/>
                </a:solidFill>
                <a:latin typeface="Microsoft YaHei"/>
              </a:defRPr>
            </a:pPr>
            <a:r>
              <a:t>实训项目答辩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8BDF8"/>
                </a:solidFill>
                <a:latin typeface="Microsoft YaHei"/>
              </a:defRPr>
            </a:pPr>
            <a:r>
              <a:t>SalmonFeeding AI · 三文鱼养殖投喂管理系统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926080"/>
            <a:ext cx="9418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第 qwq 小组          小组名称：qwq          选题二</a:t>
            </a:r>
          </a:p>
          <a:p>
            <a:pPr>
              <a:spcAft>
                <a:spcPts val="500"/>
              </a:spcAft>
              <a:defRPr sz="1000" b="0">
                <a:solidFill>
                  <a:srgbClr val="CBD5E1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600" b="1">
                <a:solidFill>
                  <a:srgbClr val="F8FAFC"/>
                </a:solidFill>
                <a:latin typeface="Microsoft YaHei"/>
              </a:defRPr>
            </a:pPr>
            <a:r>
              <a:t>组长：吴俊炜  202321332026</a:t>
            </a:r>
          </a:p>
          <a:p>
            <a:pPr>
              <a:spcAft>
                <a:spcPts val="400"/>
              </a:spcAft>
              <a:defRPr sz="800" b="0">
                <a:solidFill>
                  <a:srgbClr val="CBD5E1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600" b="1">
                <a:solidFill>
                  <a:srgbClr val="F8FAFC"/>
                </a:solidFill>
                <a:latin typeface="Microsoft YaHei"/>
              </a:defRPr>
            </a:pPr>
            <a:r>
              <a:t>组员：吴俊炜  202321332026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https://gitee.com/ovo231023/salmon-feeding  |  http://121.40.98.11:3456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Microsoft YaHei"/>
              </a:defRPr>
            </a:pPr>
            <a:r>
              <a:t>小组分工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828800"/>
          <a:ext cx="99669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4937760"/>
              </a:tblGrid>
              <a:tr h="914400"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姓名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角色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2200" b="1">
                          <a:solidFill>
                            <a:srgbClr val="F8FAFC"/>
                          </a:solidFill>
                          <a:latin typeface="Microsoft YaHei"/>
                        </a:defRPr>
                      </a:pPr>
                      <a:r>
                        <a:t>主要分工</a:t>
                      </a:r>
                    </a:p>
                  </a:txBody>
                  <a:tcPr anchor="ctr">
                    <a:solidFill>
                      <a:srgbClr val="1E293B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38BDF8"/>
                          </a:solidFill>
                          <a:latin typeface="Microsoft YaHei"/>
                        </a:defRPr>
                      </a:pPr>
                      <a:r>
                        <a:t>吴俊炜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全栈开发 / 项目负责人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项目架构设计、前端7页面开发(HTML/CSS/JS)、后端25+ API(Express+Node 24)、RAG检索引擎v6→v7(纯KB检索+领域检测+意图分类+回答质检)、知识库搭建(145篇/35.6万字/BM25+向量混合检索)、投喂计算引擎(四法并行+中位数集成)、企微/飞书机器人(AES加解密+卡片消息)、阿里云ECS部署运维(PM2+Nginx+SSL+Cron自动部署)、文档编写(README+CLAUDE.md+中期复盘报告)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38BDF8"/>
                          </a:solidFill>
                          <a:latin typeface="Microsoft YaHei"/>
                        </a:defRPr>
                      </a:pPr>
                      <a:r>
                        <a:t>吴俊炜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AI 应用开发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RAG架构设计与优化(BM25+bigram向量+RRF融合)、领域检测与意图分类系统、文档摄入管道(URL/PDF/MD→智能分块→索引)、知识库爬虫(多组学术源+User-Agent轮换)</a:t>
                      </a:r>
                    </a:p>
                  </a:txBody>
                  <a:tcPr anchor="ctr"/>
                </a:tc>
              </a:tr>
              <a:tr h="9144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38BDF8"/>
                          </a:solidFill>
                          <a:latin typeface="Microsoft YaHei"/>
                        </a:defRPr>
                      </a:pPr>
                      <a:r>
                        <a:t>吴俊炜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DevOps / 运维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CBD5E1"/>
                          </a:solidFill>
                          <a:latin typeface="Microsoft YaHei"/>
                        </a:defRPr>
                      </a:pPr>
                      <a:r>
                        <a:t>阿里云ECS环境搭建(Node.js/PM2/Nginx)、域名购买+DNS解析(qwq231023.xyz)、SSL证书申请与配置(DigiCert)、Cron自动部署(每5分钟git pull+restart)、Render备用服务器部署</a:t>
                      </a:r>
                    </a:p>
                  </a:txBody>
                  <a:tcPr anchor="ctr">
                    <a:solidFill>
                      <a:srgbClr val="1621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注：本项目为单人项目，所有角色由吴俊炜一人承担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Microsoft YaHei"/>
              </a:defRPr>
            </a:pPr>
            <a:r>
              <a:t>实现的业务功能闭环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🔄 投喂计算闭环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4592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输入鱼参数(水温/体重/溶氧/密度等7项) → 四法并行计算 → 中位数集成推荐 → FCR分析+7天预测+经济概算 → 保存计划 → 投喂记录存档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50592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450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📚 知识库闭环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450592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文档摄入(URL/PDF/MD) → 智能分块(中文bigram+英文单词) → BM25+向量混合索引 → RAG检索 → 来源追溯回答([来源:N]+可展开卡片)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255264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25526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📊 数据管理闭环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255264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投喂记录CRUD → SQLite持久化 → ECharts趋势分析(双轴图) → 异常预警 → CSV导出 → 统计摘要卡片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059936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0599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🤖 AI助手闭环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4059936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用户提问 → 领域检测(正则白名单) → 口语FAQ直达(零延迟) → 意图分类 → 混合检索(BM25+向量+RRF融合) → 定向提取 → 回答质检 → [来源:N]溯源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864608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646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🔗 多端接入闭环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864608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Web前端 / 企业微信(AES加解密) / 飞书(卡片消息) → 统一RAG后端 → 领域检测 → 结构化回答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669280"/>
            <a:ext cx="457200" cy="45720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8FAFC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669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  <a:latin typeface="Microsoft YaHei"/>
              </a:defRPr>
            </a:pPr>
            <a:r>
              <a:t>🚀 部署运维闭环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66928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Git Push → Gitee+GitHub双远程同步 → Render Auto-Deploy / Cron自动部署(阿里云ECS) → PM2守护 → Nginx+HTTPS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以上为 SalmonFeeding AI 核心功能演示闭环 · 感谢各位老师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